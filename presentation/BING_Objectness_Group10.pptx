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69935"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design and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a from-scratch Python implementation; a head-to-head comparison with the authors' own C++ code; two details the paper's text leaves out, which we found that way; and our own benchmarks and ablations.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Parthiv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Hari Sankar A · ~45 s (clock 3:15–4:00)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~35 s (clock 4:00–4:35)
For evaluation we used three datasets. The main one is PASCAL VOC 2007, the paper's own benchmark: we train on 5,011 images and test on 4,952 images with over 12,000 objects. We also generated a synthetic benchmark of 900 images with cluttered backgrounds, and we hand-labelled 58 objects in 10 real photographs that are never used for training. Every method is scored with the same evaluator. As baselines we used the authors' own C++ code, Selective Search, sliding windows and random boxes. Hari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Parthiv M· ~40 s (clock 4:35–5:15)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Sai Kishen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Parthiv M· ~35 s (clock 5:15–5:50)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 Their C++ code scales better to four threads. Sai Kishen will now explain what made the difference,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Sai Kishen K M · ~50 s (clock 5:50–6:40)
Thank you, Parthiv.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Sai Kishen K M · ~35 s (clock 6:40–7:15)
Our ablation studies show what matters. The simple minus-one, zero, one gradient mask works as well as Sobel. RGB is the best single colour space. Just two bits of gradient are enough. And because the model has only 64 weights, even 10 training images give good results. The main limitation is that BING's boxes are coarse, because the window sizes are powers of two and the stride is 8 pixels, so recall drops when tighter boxes are required.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Sai Kishen K M · ~40 s (clock 7:15–7:55)
To conclude: simple gradients, a 64-weight linear model and bit operations find 94 percent of objects on PASCAL VOC, matching the authors' own code. Our version works on real photos without real training data, runs at 58 images per second on one thread, and needs only 12 popcounts per window. In future we would like to make the boxes tighter, speed up multi-threading, and add a classifier to build a complete detector.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Compiled and ran the authors' C++ code; same images, same evaluator</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Two missing details</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Window sizes and suppression from the released code, not the paper</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Benchmarks +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Synthetic scenes, 58 real objects, gradient / colour / bits / data</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hand-labelled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home/user/cvprojectg10/results/figures/speed.png"/>
          <p:cNvPicPr>
            <a:picLocks noChangeAspect="1"/>
          </p:cNvPicPr>
          <p:nvPr/>
        </p:nvPicPr>
        <p:blipFill>
          <a:blip r:embed="rId4"/>
          <a:srcRect/>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Real photos: </a:t>
            </a:r>
            <a:r>
              <a:rPr lang="en-US" sz="1250" dirty="0">
                <a:solidFill>
                  <a:srgbClr val="5B6270"/>
                </a:solidFill>
                <a:latin typeface="Calibri" pitchFamily="34" charset="0"/>
                <a:ea typeface="Calibri" pitchFamily="34" charset="-122"/>
                <a:cs typeface="Calibri" pitchFamily="34" charset="-120"/>
              </a:rPr>
              <a:t>87.9% found with no real training</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Simple gradients, a 64-weight linear model and bit operations find 94% of objects on PASCAL VOC, matching the authors' own code.</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87.9%</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real photos, no real</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training images</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58</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1 thread</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50)</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Future work  </a:t>
            </a:r>
            <a:r>
              <a:rPr lang="en-US" sz="1400" dirty="0">
                <a:solidFill>
                  <a:srgbClr val="AEB8C6"/>
                </a:solidFill>
                <a:latin typeface="Calibri" pitchFamily="34" charset="0"/>
                <a:ea typeface="Calibri" pitchFamily="34" charset="-122"/>
                <a:cs typeface="Calibri" pitchFamily="34" charset="-120"/>
              </a:rPr>
              <a:t>tighter boxes (refinement / more sizes) · C++ popcount kernel and multi-threading · train-on-some-classes generalisation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4</cp:revision>
  <dcterms:created xsi:type="dcterms:W3CDTF">2026-10-01T13:28:54Z</dcterms:created>
  <dcterms:modified xsi:type="dcterms:W3CDTF">2026-10-01T13:43:58Z</dcterms:modified>
</cp:coreProperties>
</file>